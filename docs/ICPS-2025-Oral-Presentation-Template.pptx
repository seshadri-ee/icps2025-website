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4e015af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74e015af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74e015af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74e015af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ICPS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84" y="9650"/>
            <a:ext cx="9143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311712" y="4525931"/>
            <a:ext cx="12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Organizers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3540419" y="4481838"/>
            <a:ext cx="20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Technical Co-sponsors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6" name="Google Shape;16;p2" title="GI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987" y="4722398"/>
            <a:ext cx="1280161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 title="IEEEHyd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738" y="4762173"/>
            <a:ext cx="1371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IEEE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750" y="4750747"/>
            <a:ext cx="1248900" cy="36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title="IEEEUPLogo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0400" y="4736826"/>
            <a:ext cx="1124593" cy="39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75" y="4767197"/>
            <a:ext cx="1280160" cy="33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title="PES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6603" y="4757273"/>
            <a:ext cx="1371600" cy="35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988973" y="-4396"/>
            <a:ext cx="8162100" cy="914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 txBox="1"/>
          <p:nvPr/>
        </p:nvSpPr>
        <p:spPr>
          <a:xfrm>
            <a:off x="981950" y="215025"/>
            <a:ext cx="816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11</a:t>
            </a:r>
            <a:r>
              <a:rPr b="1" baseline="30000" lang="en" sz="2000">
                <a:solidFill>
                  <a:schemeClr val="lt1"/>
                </a:solidFill>
              </a:rPr>
              <a:t>th</a:t>
            </a:r>
            <a:r>
              <a:rPr b="1" lang="en" sz="2000">
                <a:solidFill>
                  <a:schemeClr val="lt1"/>
                </a:solidFill>
              </a:rPr>
              <a:t> International Power Systems on Power Systems (ICPS) 2025</a:t>
            </a:r>
            <a:endParaRPr b="1" sz="2000">
              <a:solidFill>
                <a:schemeClr val="lt1"/>
              </a:solidFill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71008" y="4575923"/>
            <a:ext cx="8992500" cy="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11700" y="274175"/>
            <a:ext cx="776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" name="Google Shape;31;p4"/>
          <p:cNvCxnSpPr/>
          <p:nvPr/>
        </p:nvCxnSpPr>
        <p:spPr>
          <a:xfrm>
            <a:off x="75739" y="946641"/>
            <a:ext cx="899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" name="Google Shape;32;p4" title="ICPS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9404" y="12025"/>
            <a:ext cx="9143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311712" y="4525931"/>
            <a:ext cx="12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Organizers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540419" y="4481838"/>
            <a:ext cx="20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Technical Co-sponsors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36" name="Google Shape;36;p4" title="GI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987" y="4722398"/>
            <a:ext cx="1280161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title="IEEEHyd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738" y="4762173"/>
            <a:ext cx="1371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 title="IEEE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750" y="4750747"/>
            <a:ext cx="1248900" cy="36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title="IEEEUPLogo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0400" y="4736826"/>
            <a:ext cx="1124593" cy="39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75" y="4767197"/>
            <a:ext cx="1280160" cy="33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title="PES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6603" y="4757273"/>
            <a:ext cx="1371600" cy="3526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42;p4"/>
          <p:cNvCxnSpPr/>
          <p:nvPr/>
        </p:nvCxnSpPr>
        <p:spPr>
          <a:xfrm>
            <a:off x="71008" y="4575923"/>
            <a:ext cx="8992500" cy="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7" name="Google Shape;47;p5" title="ICPS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9404" y="12025"/>
            <a:ext cx="914399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5"/>
          <p:cNvCxnSpPr/>
          <p:nvPr/>
        </p:nvCxnSpPr>
        <p:spPr>
          <a:xfrm>
            <a:off x="75739" y="946641"/>
            <a:ext cx="899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311712" y="4525931"/>
            <a:ext cx="124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Organizers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3540419" y="4481838"/>
            <a:ext cx="207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Technical Co-sponsors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52" name="Google Shape;52;p5" title="GI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987" y="4722398"/>
            <a:ext cx="1280161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title="IEEEHyd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7738" y="4762173"/>
            <a:ext cx="1371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title="IEEE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750" y="4750747"/>
            <a:ext cx="1248900" cy="36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title="IEEEUPLogo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0400" y="4736826"/>
            <a:ext cx="1124593" cy="39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75" y="4767197"/>
            <a:ext cx="1280160" cy="33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 title="PES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6603" y="4757273"/>
            <a:ext cx="1371600" cy="3526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5"/>
          <p:cNvCxnSpPr/>
          <p:nvPr/>
        </p:nvCxnSpPr>
        <p:spPr>
          <a:xfrm>
            <a:off x="71008" y="4575923"/>
            <a:ext cx="8992500" cy="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311700" y="1074325"/>
            <a:ext cx="8520600" cy="12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Title of the Paper</a:t>
            </a:r>
            <a:endParaRPr b="1" sz="3200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316264" y="2816796"/>
            <a:ext cx="8520600" cy="150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Name(s) of the Author and Co-author(s)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Include Affiliation(s) and Email(s)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-7" y="2107957"/>
            <a:ext cx="914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Paper ID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7250" y="0"/>
            <a:ext cx="8048400" cy="9060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</a:rPr>
              <a:t>Table of Contents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>
                <a:solidFill>
                  <a:schemeClr val="dk1"/>
                </a:solidFill>
              </a:rPr>
              <a:t>Introduction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>
                <a:solidFill>
                  <a:schemeClr val="dk1"/>
                </a:solidFill>
              </a:rPr>
              <a:t>Proposed Approach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>
                <a:solidFill>
                  <a:schemeClr val="dk1"/>
                </a:solidFill>
              </a:rPr>
              <a:t>Implementation of Proposed Approach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>
                <a:solidFill>
                  <a:schemeClr val="dk1"/>
                </a:solidFill>
              </a:rPr>
              <a:t>Results and Discussion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➢"/>
            </a:pPr>
            <a:r>
              <a:rPr lang="en" sz="2400">
                <a:solidFill>
                  <a:schemeClr val="dk1"/>
                </a:solidFill>
              </a:rPr>
              <a:t>Conclusions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7250" y="1082469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Recommended Guidelines: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Slide header should be 32pt or larger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Text should be 18pt or larger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Font should be sans serif type like Arial or Helvetica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Figures should be at least 300 DPI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Figure and Table Captions should be </a:t>
            </a:r>
            <a:r>
              <a:rPr lang="en" sz="1800">
                <a:solidFill>
                  <a:schemeClr val="dk1"/>
                </a:solidFill>
              </a:rPr>
              <a:t>12pt or larger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672875" y="3434838"/>
            <a:ext cx="259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Figure 1: ICPS 2025 Logo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5" name="Google Shape;105;p15" title="ICP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376" y="1892913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>
            <p:ph type="title"/>
          </p:nvPr>
        </p:nvSpPr>
        <p:spPr>
          <a:xfrm>
            <a:off x="77250" y="0"/>
            <a:ext cx="8048400" cy="9060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</a:rPr>
              <a:t>Title of the Content</a:t>
            </a:r>
            <a:endParaRPr b="1" sz="3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